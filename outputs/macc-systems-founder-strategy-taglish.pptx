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270636136d4413" /><Relationship Type="http://schemas.openxmlformats.org/officeDocument/2006/relationships/extended-properties" Target="/docProps/app.xml" Id="R839c9b41a688425f" /><Relationship Type="http://schemas.openxmlformats.org/officeDocument/2006/relationships/officeDocument" Target="/ppt/presentation.xml" Id="Rd91e12299d3a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f565e1aac42c6"/>
  </p:sldMasterIdLst>
  <p:notesMasterIdLst>
    <p:notesMasterId xmlns:r="http://schemas.openxmlformats.org/officeDocument/2006/relationships" r:id="Rc7f2515117d44966"/>
  </p:notesMasterIdLst>
  <p:sldIdLst>
    <p:sldId xmlns:r="http://schemas.openxmlformats.org/officeDocument/2006/relationships" id="256" r:id="Re52824c77c6d45ec"/>
    <p:sldId xmlns:r="http://schemas.openxmlformats.org/officeDocument/2006/relationships" id="257" r:id="R1047190d714b4f3b"/>
    <p:sldId xmlns:r="http://schemas.openxmlformats.org/officeDocument/2006/relationships" id="258" r:id="R873b21711c134764"/>
    <p:sldId xmlns:r="http://schemas.openxmlformats.org/officeDocument/2006/relationships" id="259" r:id="R8b37a2930e0742cb"/>
    <p:sldId xmlns:r="http://schemas.openxmlformats.org/officeDocument/2006/relationships" id="260" r:id="R4710940e1b794336"/>
    <p:sldId xmlns:r="http://schemas.openxmlformats.org/officeDocument/2006/relationships" id="261" r:id="R0368e3405f62426b"/>
    <p:sldId xmlns:r="http://schemas.openxmlformats.org/officeDocument/2006/relationships" id="262" r:id="R8a9ce36f210a48d6"/>
    <p:sldId xmlns:r="http://schemas.openxmlformats.org/officeDocument/2006/relationships" id="263" r:id="Raf4edfd4304f492c"/>
    <p:sldId xmlns:r="http://schemas.openxmlformats.org/officeDocument/2006/relationships" id="264" r:id="Rd84e12c5e3e14dcc"/>
    <p:sldId xmlns:r="http://schemas.openxmlformats.org/officeDocument/2006/relationships" id="265" r:id="R8596e57e95da4ea0"/>
    <p:sldId xmlns:r="http://schemas.openxmlformats.org/officeDocument/2006/relationships" id="266" r:id="R0005be7f8bc5447b"/>
    <p:sldId xmlns:r="http://schemas.openxmlformats.org/officeDocument/2006/relationships" id="267" r:id="R2cbff2bd232547d9"/>
    <p:sldId xmlns:r="http://schemas.openxmlformats.org/officeDocument/2006/relationships" id="268" r:id="Ra85e91b513074bc0"/>
    <p:sldId xmlns:r="http://schemas.openxmlformats.org/officeDocument/2006/relationships" id="269" r:id="Rd97eee9a1f88422b"/>
    <p:sldId xmlns:r="http://schemas.openxmlformats.org/officeDocument/2006/relationships" id="270" r:id="Re96eeacc5ebe41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f80609833f4355" /><Relationship Type="http://schemas.openxmlformats.org/officeDocument/2006/relationships/slideMaster" Target="/ppt/slideMasters/slideMaster1.xml" Id="Rf12f565e1aac42c6" /><Relationship Type="http://schemas.openxmlformats.org/officeDocument/2006/relationships/notesMaster" Target="/ppt/notesMasters/notesMaster1.xml" Id="Rc7f2515117d44966" /><Relationship Type="http://schemas.openxmlformats.org/officeDocument/2006/relationships/presProps" Target="/ppt/presProps.xml" Id="R8e30b5d8c0724609" /><Relationship Type="http://schemas.openxmlformats.org/officeDocument/2006/relationships/tableStyles" Target="/ppt/tableStyles.xml" Id="Rf92433fb88b84ff2" /><Relationship Type="http://schemas.openxmlformats.org/officeDocument/2006/relationships/slide" Target="/ppt/slides/slide1.xml" Id="Re52824c77c6d45ec" /><Relationship Type="http://schemas.openxmlformats.org/officeDocument/2006/relationships/slide" Target="/ppt/slides/slide2.xml" Id="R1047190d714b4f3b" /><Relationship Type="http://schemas.openxmlformats.org/officeDocument/2006/relationships/slide" Target="/ppt/slides/slide3.xml" Id="R873b21711c134764" /><Relationship Type="http://schemas.openxmlformats.org/officeDocument/2006/relationships/slide" Target="/ppt/slides/slide4.xml" Id="R8b37a2930e0742cb" /><Relationship Type="http://schemas.openxmlformats.org/officeDocument/2006/relationships/slide" Target="/ppt/slides/slide5.xml" Id="R4710940e1b794336" /><Relationship Type="http://schemas.openxmlformats.org/officeDocument/2006/relationships/slide" Target="/ppt/slides/slide6.xml" Id="R0368e3405f62426b" /><Relationship Type="http://schemas.openxmlformats.org/officeDocument/2006/relationships/slide" Target="/ppt/slides/slide7.xml" Id="R8a9ce36f210a48d6" /><Relationship Type="http://schemas.openxmlformats.org/officeDocument/2006/relationships/slide" Target="/ppt/slides/slide8.xml" Id="Raf4edfd4304f492c" /><Relationship Type="http://schemas.openxmlformats.org/officeDocument/2006/relationships/slide" Target="/ppt/slides/slide9.xml" Id="Rd84e12c5e3e14dcc" /><Relationship Type="http://schemas.openxmlformats.org/officeDocument/2006/relationships/slide" Target="/ppt/slides/slide10.xml" Id="R8596e57e95da4ea0" /><Relationship Type="http://schemas.openxmlformats.org/officeDocument/2006/relationships/slide" Target="/ppt/slides/slide11.xml" Id="R0005be7f8bc5447b" /><Relationship Type="http://schemas.openxmlformats.org/officeDocument/2006/relationships/slide" Target="/ppt/slides/slide12.xml" Id="R2cbff2bd232547d9" /><Relationship Type="http://schemas.openxmlformats.org/officeDocument/2006/relationships/slide" Target="/ppt/slides/slide13.xml" Id="Ra85e91b513074bc0" /><Relationship Type="http://schemas.openxmlformats.org/officeDocument/2006/relationships/slide" Target="/ppt/slides/slide14.xml" Id="Rd97eee9a1f88422b" /><Relationship Type="http://schemas.openxmlformats.org/officeDocument/2006/relationships/slide" Target="/ppt/slides/slide15.xml" Id="Re96eeacc5ebe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2a50ece5041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e0841b0a0421f" /><Relationship Type="http://schemas.openxmlformats.org/officeDocument/2006/relationships/notesMaster" Target="/ppt/notesMasters/notesMaster1.xml" Id="R7e7fa89cc11f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24644293f4eb6" /><Relationship Type="http://schemas.openxmlformats.org/officeDocument/2006/relationships/notesMaster" Target="/ppt/notesMasters/notesMaster1.xml" Id="R693e8dfa3d7c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12eb1b2b24ad4" /><Relationship Type="http://schemas.openxmlformats.org/officeDocument/2006/relationships/notesMaster" Target="/ppt/notesMasters/notesMaster1.xml" Id="R642d8084334b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f86c70ebe041f7" /><Relationship Type="http://schemas.openxmlformats.org/officeDocument/2006/relationships/notesMaster" Target="/ppt/notesMasters/notesMaster1.xml" Id="Rc7f27322f62e42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04caaa62824d5a" /><Relationship Type="http://schemas.openxmlformats.org/officeDocument/2006/relationships/notesMaster" Target="/ppt/notesMasters/notesMaster1.xml" Id="Re8e2a54ad47e40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d125f09ef742b7" /><Relationship Type="http://schemas.openxmlformats.org/officeDocument/2006/relationships/notesMaster" Target="/ppt/notesMasters/notesMaster1.xml" Id="R18f7f3f72e44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d89f875bc241bd" /><Relationship Type="http://schemas.openxmlformats.org/officeDocument/2006/relationships/notesMaster" Target="/ppt/notesMasters/notesMaster1.xml" Id="Rce0b3603f807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c222bfa6ca4015" /><Relationship Type="http://schemas.openxmlformats.org/officeDocument/2006/relationships/notesMaster" Target="/ppt/notesMasters/notesMaster1.xml" Id="Rdafe0990749d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568e71475d4059" /><Relationship Type="http://schemas.openxmlformats.org/officeDocument/2006/relationships/notesMaster" Target="/ppt/notesMasters/notesMaster1.xml" Id="R4d730efdd4cf40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3a67dba1c84222" /><Relationship Type="http://schemas.openxmlformats.org/officeDocument/2006/relationships/notesMaster" Target="/ppt/notesMasters/notesMaster1.xml" Id="R08a419da7e004e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8502e21b24846" /><Relationship Type="http://schemas.openxmlformats.org/officeDocument/2006/relationships/notesMaster" Target="/ppt/notesMasters/notesMaster1.xml" Id="R814f7d2bdeb1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a5c9b3c5584dcd" /><Relationship Type="http://schemas.openxmlformats.org/officeDocument/2006/relationships/notesMaster" Target="/ppt/notesMasters/notesMaster1.xml" Id="Rf7840ea87c8d41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196233c7f54cc1" /><Relationship Type="http://schemas.openxmlformats.org/officeDocument/2006/relationships/notesMaster" Target="/ppt/notesMasters/notesMaster1.xml" Id="R0cc521a96b6f48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2227d82c6d4cda" /><Relationship Type="http://schemas.openxmlformats.org/officeDocument/2006/relationships/notesMaster" Target="/ppt/notesMasters/notesMaster1.xml" Id="Rb22301568b5a44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ca77dfe7b5497d" /><Relationship Type="http://schemas.openxmlformats.org/officeDocument/2006/relationships/notesMaster" Target="/ppt/notesMasters/notesMaster1.xml" Id="R93a98355b3be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093daf6ec47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1306949c43477a" /><Relationship Type="http://schemas.openxmlformats.org/officeDocument/2006/relationships/slideLayout" Target="/ppt/slideLayouts/slideLayout1.xml" Id="R522cb9c00a7e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cb9c00a7e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4a6ae36de4eea" /><Relationship Type="http://schemas.openxmlformats.org/officeDocument/2006/relationships/image" Target="/ppt/media/image.png" Id="Rd015942552d84553" /><Relationship Type="http://schemas.openxmlformats.org/officeDocument/2006/relationships/notesSlide" Target="/ppt/notesSlides/notesSlide1.xml" Id="R6cd425b8ffc7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cd2c9bb44618" /><Relationship Type="http://schemas.openxmlformats.org/officeDocument/2006/relationships/notesSlide" Target="/ppt/notesSlides/notesSlide2.xml" Id="Ra261825a17bb48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5770573d14639" /><Relationship Type="http://schemas.openxmlformats.org/officeDocument/2006/relationships/notesSlide" Target="/ppt/notesSlides/notesSlide3.xml" Id="Ra1891ced26c241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51bdadf0140fa" /><Relationship Type="http://schemas.openxmlformats.org/officeDocument/2006/relationships/notesSlide" Target="/ppt/notesSlides/notesSlide4.xml" Id="Rd0805dc4329e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11f31048347bb" /><Relationship Type="http://schemas.openxmlformats.org/officeDocument/2006/relationships/image" Target="/ppt/media/image2.png" Id="R973b7de2594842f3" /><Relationship Type="http://schemas.openxmlformats.org/officeDocument/2006/relationships/notesSlide" Target="/ppt/notesSlides/notesSlide5.xml" Id="R1b8894f7d5e7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5880b11194411" /><Relationship Type="http://schemas.openxmlformats.org/officeDocument/2006/relationships/notesSlide" Target="/ppt/notesSlides/notesSlide6.xml" Id="Rd99733db64a9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3b33adae841e0" /><Relationship Type="http://schemas.openxmlformats.org/officeDocument/2006/relationships/notesSlide" Target="/ppt/notesSlides/notesSlide7.xml" Id="R05b36b6cb8a94d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77e9f443646c4" /><Relationship Type="http://schemas.openxmlformats.org/officeDocument/2006/relationships/notesSlide" Target="/ppt/notesSlides/notesSlide8.xml" Id="Rc51b8406bab24e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c8267e27741ea" /><Relationship Type="http://schemas.openxmlformats.org/officeDocument/2006/relationships/notesSlide" Target="/ppt/notesSlides/notesSlide9.xml" Id="R7a6d9e7412ad4c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8ef98a2414f5f" /><Relationship Type="http://schemas.openxmlformats.org/officeDocument/2006/relationships/image" Target="/ppt/media/image3.png" Id="R85ce8cabd30f450f" /><Relationship Type="http://schemas.openxmlformats.org/officeDocument/2006/relationships/notesSlide" Target="/ppt/notesSlides/notesSlide10.xml" Id="R9c23060e394942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1dc746b184737" /><Relationship Type="http://schemas.openxmlformats.org/officeDocument/2006/relationships/notesSlide" Target="/ppt/notesSlides/notesSlide11.xml" Id="R2302633bcbe946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26cb2f9004c22" /><Relationship Type="http://schemas.openxmlformats.org/officeDocument/2006/relationships/notesSlide" Target="/ppt/notesSlides/notesSlide12.xml" Id="Rd60097c86eea48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cabb005984490" /><Relationship Type="http://schemas.openxmlformats.org/officeDocument/2006/relationships/notesSlide" Target="/ppt/notesSlides/notesSlide13.xml" Id="R8c6033ce557046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959ff1fdd4b80" /><Relationship Type="http://schemas.openxmlformats.org/officeDocument/2006/relationships/notesSlide" Target="/ppt/notesSlides/notesSlide14.xml" Id="R8f290867704341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061c13f24815" /><Relationship Type="http://schemas.openxmlformats.org/officeDocument/2006/relationships/notesSlide" Target="/ppt/notesSlides/notesSlide15.xml" Id="R5d084633d8e647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CA211-993E-4D2A-975E-92C7CB74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215C0-967E-4D39-98ED-FF690DD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COFOUNDER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A7450-2CB4-47CA-AF6B-7042C23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5B49B-357F-468C-B576-1022749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7404-DF13-4E68-B25B-A8DAABFA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4A0D1-1467-4B8B-A98D-8C14C98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A5BA9-A020-4E7C-9054-23E8531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89A40-CCE0-4728-9A77-70618C9F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MACC SYSTEMS &amp; ENGINEERING INC.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23A6-80C8-4B27-93F4-55CC902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FOUNDER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2E937-FE3D-4334-A973-992D79E7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2197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Paano tayo makakakuha</a:t>
            </a:r>
          </a:p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ng first repeatable sale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549D1-A773-4850-8B48-98B1F96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191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Costing · positioning · pricing · marketing · branding · culture · product–market fit ·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0606A-EDEE-446B-9214-30C85B5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2197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39116-BFF7-4301-8158-CEBC1E8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Working strategy para sa founder decisions — hindi pa ibig sabihin proven na ang market.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C4D2-F997-4AC6-9DAC-A48A5992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"/>
            <a:ext cx="60960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5942552d84553"/>
          <a:srcRect xmlns:a="http://schemas.openxmlformats.org/drawingml/2006/main" l="18296" t="0" r="18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352425"/>
            <a:ext cx="5619750" cy="5543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34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E14F3E-A5CB-4B70-9990-1F7E64F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4C897-CC66-4033-8910-BFBE59C6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1E053-397A-46A6-BBAC-803F704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NORTH 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C73E-64CC-43E1-A176-999C544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BEF7-FCAC-4C0B-A17D-EE06DFD5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8302D-71CD-4F56-92DF-9F2DEC21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202F-8C43-457F-A2B6-1C05A12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Isang outcome ang basehan ng lahat ng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2772B-FC5F-447B-9491-AFFAEB0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0AC68-288D-4408-BBED-706FDE49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3A9E-F475-43A4-9A00-16F7A0AB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F30DB-E293-4E48-A883-B075A72D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66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installs at ₱99,500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2C6B8-3ABE-4664-BB85-2462E7C8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384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Nasa banko ang deposit — hindi pangako lang — by 9 October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B438A-8FB5-4085-B8A9-0251945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53149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D55F0-5850-4A5E-B0CC-9117C2FA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Ano ang totoong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C9EA4-2671-481E-81E7-1B4ACD1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47625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Counted: lead form · booked survey · paid deposit · signed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Hindi counted: likes · comments · compliments · “may kakilala akong interested”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7739B-F170-4F97-9787-A6068CB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Bawat activity dapat ilapit ang buyer sa next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ECCAC-F748-42EC-951E-2EF38D7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B9F02-C7B6-440D-86AC-9E0C3BD8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812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82667-820A-4491-ACD2-98E610D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1DB97-53C2-4861-8389-3942CDA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Homeowner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849B3-5A28-4AF2-A536-A30DE906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Ano ang ginawa at binayaran dati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3972A-C77A-407D-95CD-6082CA4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4BC4C-8477-4EAA-8AA4-1E6D061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FC68E-3C9A-4AE1-AD8B-C06F6AD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E5FB2-E429-4A7B-90EE-1ADF6CB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3847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Qualified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0A27F-8205-4454-8020-D076C1A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Fit, bill, roof, lugar, at alternative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01FEE-2974-4151-B45D-050C612C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A63C6D-BE84-41E6-8404-2A536406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F979B-468A-494E-88CB-C112BB74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BBFC4-E570-4F2B-98AE-9024032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0525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Site survey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4C5912-7067-4CE2-8EC5-78E1AB9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Nag-commit ng oras sa real assessment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6CFC5-AFD9-4970-A667-D83FFFE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BEF88-036B-4F54-A53A-6727445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81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6490D-178D-4B68-9787-47008F7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8A2441-215E-4B33-A43F-287277D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deposit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83A01-C60C-4939-9AF0-3E5408B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Pinakamalakas na pre-install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A83536-FB6F-4F65-8E61-CB66757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5467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46276-C7E4-41D8-B958-272B2EE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43575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Ledger gap: wala pa ang ops/status.md, kaya hypotheses pa ang planning figures.</a:t>
            </a:r>
          </a:p>
        </p:txBody>
      </p:sp>
    </p:spTree>
    <p:extLst>
      <p:ext uri="{BB962C8B-B14F-4D97-AF65-F5344CB8AC3E}">
        <p14:creationId xmlns:p14="http://schemas.microsoft.com/office/powerpoint/2010/main" val="18579325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E3734-62A9-439D-9AAB-196DB29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EF7AF-2DF2-4037-8DB5-DCE3C93D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75034-C249-40B6-AD52-04EDB93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COMPANY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CBF6-C2BC-47E4-987A-EA790DF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AD4CC-5A83-4FFC-BEF3-62ABCA3E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C70AC-0196-4D37-AEB5-737252C3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B0303-4638-4A6B-8597-91B19875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Model B muna ang kikita para ma-fund ang Model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F2AA-52D5-4260-84C0-15369FD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105B2-D8F3-47CB-9E65-11E4770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MODEL B · REVENUE ENGINE · NGAYON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0DA27-D591-4562-A371-427FAB1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SOURCE + 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D2CAB-C8E2-470B-A979-B9BB7D90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Bumili ng certified panels, inverters, at batteries. I-standardize ang design, safe installation, at customer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Trabaho ngayon: matutong magbenta, mag-quote, mag-deliver, at kumita sa fixed package.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8CC6E-BA76-4D49-B0AE-0522FFA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1017-4C14-48E3-9B5D-36F89F6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 A · LONG-TERM MOAT · MAY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2576B-93DC-47B8-B3DC-4F68925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GUMAWA NG SARILING PANELS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E6124-EF41-4B09-BB60-E99C5E30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Mag-local manufacturing lang kapag may advantage sa local warranty, mabilis na service, PH field data, at customer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Trabaho later: gawing manufacturing moat ang proven sales volume at margin.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E9812-6FB5-4675-A76B-595380C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50101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DB2CC-7DB1-4DA4-B7B8-517D0109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MAG-UNLOCK LANG KAPAG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F7DCE-3EEE-4849-A7E7-3CB51F5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 paid installs + ₱400k banked gross margin mula Model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A85BE-1519-425E-A4B8-A93BCE6D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E55C-CE84-45AA-B93D-94B20487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Hangga’t hindi pa pasado ang gate: trainer work lang — one founder-day/week, ≤40 cells, ≤₱20k bawat item.</a:t>
            </a:r>
          </a:p>
        </p:txBody>
      </p:sp>
    </p:spTree>
    <p:extLst>
      <p:ext uri="{BB962C8B-B14F-4D97-AF65-F5344CB8AC3E}">
        <p14:creationId xmlns:p14="http://schemas.microsoft.com/office/powerpoint/2010/main" val="124795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4D0D66-32C2-4240-890A-04DC489F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AEE44-1469-46E0-A047-66CA84F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F6738-863A-4A24-AD92-FF00E763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FOUNDER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AF4E0-DBD2-4A48-A8BE-82DB9406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F6FDE-F2EE-4055-AC7A-4CE4AF9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AB086-F529-420D-A972-81A3A92F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60E2F-1458-47DC-8F9A-B5A2556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Four careers, isang strong founder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B8FDC-9D4C-4B35-A13A-9974D30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Magkakakilala tayo since college. Ngayon, kombinado ang experience natin sa product, electrical delivery, SaaS operations, at automation.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2D286-75B1-4010-A44E-5E198D8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27946-A464-4DEF-9D73-5F08B64A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BENJIE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AE254-E119-4992-B7AB-4D6FC9E8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PRODUCT + DIGITAL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99CD0-7270-414B-9303-B37005FF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Software engineer · CTO, Channel Automation · nasa Australia until December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B21B4-29EF-48A9-8D0E-73BE133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7BE36-8163-4F81-B1EF-6867728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Lead sa funnel, calculator, CRM, measurement, at remote-to-Philippines transition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ACA08-DA99-41DC-9AE6-B8FA972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9F10C-8A15-4BFF-A6C4-257C149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JUNDHEL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AEAE7-19D8-4AE9-83D3-85C3C76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TECHNICAL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10081-B2D2-4C62-8BE3-96D743D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Electrical 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55830-905E-4570-88D1-AE45BF48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B158C-43C9-498D-8F6F-DC87DAF6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Lead sa electrical design, safety, site-survey standards, install quality, at technical supplier checks.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95A64-1682-4499-B32A-3AF7D32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91023-4334-4EAF-9086-A70BABF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JETHRO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1C4FA-1A9C-4B13-B0EC-1C11F52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CUSTOMER + COMMERCIAL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CDC73-E967-4E5D-BBCE-39CAFCD8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SaaS owner · POS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68D5C-4E8D-4A32-82DA-D80D81E7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EA43F-7F4B-4D33-8E96-0BEF3907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Lead sa customer conversations, sales process, pricing tests, at channel or partner operations.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D0CF6-B454-40D1-AEDF-EF9C7661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A64CD-B796-4B1A-BB39-0DF0046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DENVER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8ECE0-B2EC-4DE2-8A32-27A5563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OPERATIONS +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BC557-BB0B-4FAC-A4DD-8D77B1A3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SaaS owner · POS system · software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7A1E6-1A78-496F-BA18-99F33B77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24881-A44F-47C5-B253-30D6B15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Lead sa unit-economics reporting, workflow automation, operating data, at internal tools.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1D0D5-200A-445F-8B2C-FEDFF58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6DF84-E27F-4228-A015-BE8A919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Advantage ang shared history kung malinaw ang roles, decisions, at disagreements. Starting accountabilities ito — hindi permanent titles.</a:t>
            </a:r>
          </a:p>
        </p:txBody>
      </p:sp>
    </p:spTree>
    <p:extLst>
      <p:ext uri="{BB962C8B-B14F-4D97-AF65-F5344CB8AC3E}">
        <p14:creationId xmlns:p14="http://schemas.microsoft.com/office/powerpoint/2010/main" val="13130281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19F40-3ACB-416C-A11C-30766C91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D9827-527C-4C4B-9772-054226D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DC320-9101-4675-859D-C843445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MVP-ING THE FIRST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88365-D554-467F-8DB0-F1E123A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5F3DD-AE4D-4B02-9436-9EB06AD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FE7C6-D8B1-4C56-B096-427C009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5647F-4D07-410C-B603-3B0904A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Unang MVP: LIWANAG — isang buyer, isang offer, isang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D5482-CD03-4BCF-ABA5-F30AA552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2152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7A7E5-C272-4238-B527-81D52B2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RECOMMENDED NA FIRST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C2987-BBE3-4F81-B9B8-1D16889A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Best-fit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A5A56-82FA-49BB-80F3-82BE5C87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Owner-occupied home · stable grid · around ₱8k–₱15k monthly bill · nasa chosen launch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2E794-62CB-46B9-A35B-76F5CC5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7261E-66F0-4550-A35D-900F655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~2.3 kWp grid-tied system · certified hardware · standard BOM at scope · planning price na ₱99,500 installed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057BD-C6A2-4D41-9775-88E216C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77099-9CC0-4958-85E5-621AAA2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Bawasan ang daytime grid purchases; ipakita ang projected peso savings gamit ang real bill at usage pattern.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BAA28-D751-41F6-82A3-037C723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52575"/>
            <a:ext cx="60769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b7de2594842f3"/>
          <a:stretch xmlns:a="http://schemas.openxmlformats.org/drawingml/2006/main"/>
        </p:blipFill>
        <p:spPr>
          <a:xfrm xmlns:a="http://schemas.openxmlformats.org/drawingml/2006/main">
            <a:off x="6543675" y="1714500"/>
            <a:ext cx="4419600" cy="3314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806FB-0FC8-48B6-B71B-9645A1B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19725"/>
            <a:ext cx="60769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868D2-F40D-43B5-B2C1-B2CC7B30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721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Dapat malinaw: walang power ang LIWANAG kapag brownout; automatic itong nagshu-shut off dahil sa anti-islanding.</a:t>
            </a:r>
          </a:p>
        </p:txBody>
      </p:sp>
    </p:spTree>
    <p:extLst>
      <p:ext uri="{BB962C8B-B14F-4D97-AF65-F5344CB8AC3E}">
        <p14:creationId xmlns:p14="http://schemas.microsoft.com/office/powerpoint/2010/main" val="1752083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45E11-871F-4AA0-AD2E-ACBCF617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47F08-B55A-4983-9F57-74262457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73D46-6936-4259-8525-25C7B1CB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A2D01-A3A3-4C4D-AC8E-8CBDFA1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392C6-8DE7-458F-82ED-4913398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44F9B-F07B-4DBC-8620-47AAFE3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8834E-8AB1-41C0-891B-8F771F0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 costing, price at target margin ang nauuna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38195-C583-41F1-8157-B022B54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Test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DECCE-5A88-47BF-BFD4-B96C9B5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29D5-EEFA-40C1-9278-B16229A2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Target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5E35E-E1EC-4801-BECE-2D087170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D3733-3AE4-450D-82C4-4DBF0D5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Maximum total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99CCC-5993-4DA8-AA01-3D241CD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59F7F-A035-4035-A289-D8F6CA1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43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BOM + scope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4161A-A54C-4EFC-9E7C-E1DD66BF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919E7-F5F0-4416-AF56-BCDDCF20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₱99,500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4AFE-F870-4AEE-9BF5-01B4A1FB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Test 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36FDE-BBAE-4187-A6B2-D7CE388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Ito ang price na makikita ng market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6DFE9-A0C5-43CC-9F2B-8DB269DC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D87EF-4E9D-4179-AC0E-B4A09954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₱69,650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A1785-DA54-4221-9C9D-794CE3DC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Max target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E3E0D-F589-4B5B-8885-886976D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Para maka-hit ng 30% gross 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E2448-4239-4EBE-8FC6-87DEDB3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F779C-5DF6-4F58-8815-FE55754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₱74,000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F19A5-774E-4002-BF60-B9F4F5DF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Estimated cost ngayon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062BB-6AC4-4B26-BB02-9235F11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Current default sa Founder Lab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95CCC-DD41-47F9-AF43-7F9E74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391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0F6D1-D85D-4A5A-8030-FAD9BDBE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₱4,350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5338E-282C-463E-BB03-687350A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62525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cost gap na kailangang isara para maging credible ang 30% gross margin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6B73B-2D16-43D2-9CC9-7C8B085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647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59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Mag-negotiate, mag-simplify, o magbawas ng scope — huwag itago sa quote.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8DA19-90A0-402C-B4CF-77C5565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Planning hypothesis pa ito: palitan ng current supplier, freight, labor, permit, contingency, at warranty-reserve quotes bago gamitin sa customer.</a:t>
            </a:r>
          </a:p>
        </p:txBody>
      </p:sp>
    </p:spTree>
    <p:extLst>
      <p:ext uri="{BB962C8B-B14F-4D97-AF65-F5344CB8AC3E}">
        <p14:creationId xmlns:p14="http://schemas.microsoft.com/office/powerpoint/2010/main" val="9206502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6BE0A-D90C-40CC-9185-C21A7229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AA737-AEF6-4369-987D-7864E5F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A6952-D2CD-4688-B6EC-30B6AF7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0631C-F4B1-443D-8350-B08EB61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48DC0-7B72-4BAA-9200-61B37981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42116-74D1-40BA-85AC-E420C3D6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AD303-4C4E-4889-8A93-62F4697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Ang pricing ay market decision muna, saka design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93A58-C380-4135-8A5C-89E005D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80E1E-5465-489E-8C00-056B05F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1. Hanapin ang price corridor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521E7-11E7-4A43-8BD4-6945DA9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I-compare sa binabayaran o tinitiis na ng customer: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tuloy lang sa Meralco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genset / UPS plus running cost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established installer at ₱150k+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marketplace kit + freelance electrician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827AA-4B4D-488A-BB13-F321E2EC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9CB7E-19A6-44CF-BB4C-0D85BE17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2. I-set ang test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4478A-7A8F-448C-A859-E7C0E87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I-test ang ₱99,500 sa loob ng ₱80k–₱100k corridor. Katabi ng price dapat ang outcome: projected monthly savings ng LIWANAG.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Bakit mas mababa: fixed package, standard BOM, walang showroom.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074F8-257F-402D-B798-AD1BEC8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805D9-3407-4D08-B4B1-5675268A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3. Protektahan ang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6E694-F22D-47C6-A3EC-7E5DAB2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Humingi ng totoong commitment sa totoong price. Kapag paulit-ulit ang stall, i-review muna ang positioning bago mag-discount.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Walang front-end discount hangga’t hindi proven ang back-end path at pre-registered ang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8DD39-ABD4-46D2-A440-7C0C3B2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28950-B1CF-4FFD-AC19-A45E99F5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3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 muna → target margin → maximum cost → package design. Baligtad ang strategy kapag cost-plus.</a:t>
            </a:r>
          </a:p>
        </p:txBody>
      </p:sp>
    </p:spTree>
    <p:extLst>
      <p:ext uri="{BB962C8B-B14F-4D97-AF65-F5344CB8AC3E}">
        <p14:creationId xmlns:p14="http://schemas.microsoft.com/office/powerpoint/2010/main" val="7372605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39565-803F-4B62-9D74-7E24710B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8B9B4-7C70-4C95-9BBA-6327B77E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B0E73-E9C6-4548-8E4F-340535D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C209E-A6D4-406F-9AA4-E5024A74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D2873-8021-467C-8B56-528C1AD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1D77C-018C-4904-9A71-1457CA16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DA443-B739-4F30-BB5E-DC0F36BD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Positioning ang dahilan kung bakit credible ang lower 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8E15A-FF1B-4E45-8FF7-83435F5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02087-0F09-458D-A5D9-CEF7008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PARA KANINO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DDA7-44AC-45CA-9678-B4A0D20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668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homeowners sa chosen areas, stable ang grid, at around ₱8k–₱15k ang bill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E83F2-473C-4224-A632-5FCB7729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ANO TAYO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82952-1B3C-4C34-AF40-2897FD4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fixed-price, installed home-solar package sa ₱80k–₱100k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614D9-8960-4997-BABB-306990C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BAKIT TAYO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65DF6-F76D-43F5-815E-7BA761C6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52675"/>
            <a:ext cx="976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standard ang scope at BOM, walang showroom overhead, at documented bawat milestone.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40C30-20F1-4CB8-A741-0902CB1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Ano talaga ang alternatives ng 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1A6EF-78CB-44D9-9529-B283EAD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46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Ano dapat malinaw sa 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770A2-DC28-46EF-AB34-FE3C44A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23C9A-B0F7-4FF8-B743-BA732A9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81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Do nothing / Meralco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6D77F-212C-4513-933D-4448F89E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337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E0D09-2922-42DC-8D29-4532CBA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Ipakita ang malinaw na bill-based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93246-86A9-4FEB-8448-D8295B4F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B6E49-7607-4575-AC78-06ABC6EE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Genset or 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10652-9EE5-4377-AA58-0B36099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624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1FD7E8-EA74-4007-B8D3-28C9FBD0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71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Malinaw: bill pain ang LIWANAG, hindi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26CDB-C6E0-477B-A7FF-831E840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A6FCE-2AAD-4EF0-A210-0166FE4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38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Established installer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CED23-B1EE-46C1-92D8-F452FC03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910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3A574-D8F2-4CCA-B7E3-7777042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Ipaliwanag ang fixed package at no-showroom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79C2C-6747-4022-8E0D-B40B961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BE033-2F8E-4829-A2D3-DEF5A85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67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DIY marketplace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10B1B-BAFC-4A37-B044-F58AB7C5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197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16D54-B0BF-42EB-8451-FE5BBF4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Manalo sa safety, permits, warranty, accountability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366AB-B23F-4F79-AA0E-BFC0C500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5467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EA30AD-2F28-4A20-9506-17CF6DC5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43FB7-FBB9-4686-8EF7-BF764A0C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Fixed-price installed home solar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579B47-0F77-4291-8E69-5FBDFF7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DIFFERENCE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1B56F-FFF4-41BB-869C-5ADABBF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33925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Malinaw + standardized + local accountability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47A5B5-4E07-430F-AC22-E643FB99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9D64D1-1262-4F6A-9EAB-5C6D54D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Tumataas ang bills at pagod na ang market sa scams — pero ipaintindi muna kung ano ang offer.</a:t>
            </a:r>
          </a:p>
        </p:txBody>
      </p:sp>
    </p:spTree>
    <p:extLst>
      <p:ext uri="{BB962C8B-B14F-4D97-AF65-F5344CB8AC3E}">
        <p14:creationId xmlns:p14="http://schemas.microsoft.com/office/powerpoint/2010/main" val="15082569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102B0-E5B5-497E-8038-9DD689B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16687-E93A-45AB-A00D-4413EED1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C2BD0-EE31-4207-B70E-3A670034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BLUE OCEAN / ERRC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6DD7B-903E-4900-BD84-C06A8CF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A7C10-50BC-4E3A-9C09-E450C340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A09D8-612B-43F9-849F-93D03F6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3CB53-F17B-4691-AC96-05766E4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Blue Ocean: baguhin ang value curve, hindi lang ang presyo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D8F61-5B70-4CCA-9ECB-B978D821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3F874-E040-4E25-ADB3-9106A6E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ELIMINATE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86FF0-17BB-48B3-B8AB-4ED58845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Nakakalitong menus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Hidden extras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Unverified savings claims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Spec-first selling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24799-BF7A-48CC-BAC7-FB448BAB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F9508-A6FD-49EE-9AB0-28C47DD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883A4-C8AC-4281-A7F0-D02433CB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 engineering bago qualified ang lead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Showroom overhead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Sobrang daming inventory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Sobrang lawak na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1FD0D-B0FA-49E2-B23A-6C83BD8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53413-66EB-4883-8989-6B8141AB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RAISE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0BFAE-C5B8-40E3-9280-6F3A61D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Malinaw na price at scope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Documentation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Engineered safety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Local service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6111F-92F8-4CD1-82C3-E6FF0FC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24901-572B-4698-8C3C-142D2B0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75239-68FF-43DC-A7ED-59D0CE6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Same-day bill / roof estimate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Fixed-scope package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Milestone updates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Malinaw na brownout disclosure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3B3E8-4C3A-48BF-A86A-5E22D581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E9ECB-C325-4A65-A1F3-06B1CA7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HINDI PUWEDENG BAWASAN: certified hardware · honored warranty · typhoon-rated mounting · permits · electrical safety</a:t>
            </a:r>
          </a:p>
        </p:txBody>
      </p:sp>
    </p:spTree>
    <p:extLst>
      <p:ext uri="{BB962C8B-B14F-4D97-AF65-F5344CB8AC3E}">
        <p14:creationId xmlns:p14="http://schemas.microsoft.com/office/powerpoint/2010/main" val="1420008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2219E-1870-44A3-977F-25306E7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D14A5-1B51-4E22-AB90-CB0A0876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C8203-E9AB-44A7-BF72-D767FF96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BRANDING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7ADF5-78C7-4F94-ADEC-4FDD458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D6CD6-3C3C-4CB8-B1C0-154D062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96488-DE4A-4E51-8677-498582C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72F03-28A1-4F14-8696-F2886132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Brand = pangakong kaya nating patunayan palagi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883A8-1BA1-435E-B5A1-6BCD0FA4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952750" cy="40195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70433-5BAC-4A15-92C0-9D769F8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COMPANY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e8cabd30f450f"/>
          <a:stretch xmlns:a="http://schemas.openxmlformats.org/drawingml/2006/main"/>
        </p:blipFill>
        <p:spPr>
          <a:xfrm xmlns:a="http://schemas.openxmlformats.org/drawingml/2006/main">
            <a:off x="647700" y="2245883"/>
            <a:ext cx="2457450" cy="34693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6E760-6BC3-44AE-A4A1-B012907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41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12BCF-67CA-4B24-8B63-F712C3C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CUSTOMER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920C0-320C-4039-B329-4F198F90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SOLAR 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50A3B-575B-4978-9CD1-7E7CF271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PACKAGES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07A41-3745-4C8F-8B3F-A95B301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LIWANAG · ILAW</a:t>
            </a:r>
          </a:p>
          <a:p xmlns:a="http://schemas.openxmlformats.org/drawingml/2006/main">
            <a:pPr algn="ctr">
              <a:def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SANDIGAN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70D1E-5701-4504-987A-39D73D5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62100"/>
            <a:ext cx="3810000" cy="40195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ADD2C-4AC6-4473-B224-6DF675D7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238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Apat na pangako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D2A6F-2FF9-47FA-9172-C4EF078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52675"/>
            <a:ext cx="3238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01  Honest ang scope at numbers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02  Engineered ang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03  May local accountability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04  Malinaw ang progress: survey hanggang energized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FA0F-A479-4F13-B8C1-4FF8D11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943350" cy="40195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B6306-A085-4E56-A3D7-41DA42D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Huwag kailanman i-claim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99D9A-6F2A-4E56-B47F-AB3F7B0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fake testimonials o install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may backup ang LIWANAG sa brownout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savings na walang bill-based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“all-in” pero may tinatagong exclusions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015FD-B972-41A3-8C20-5262949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78AC8-826F-463A-8154-324AC81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1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Madaling tandaan ang job ng bawat package — LIWANAG: lower bills · ILAW: essential backup · SANDIGAN: hybrid resilience</a:t>
            </a:r>
          </a:p>
        </p:txBody>
      </p:sp>
    </p:spTree>
    <p:extLst>
      <p:ext uri="{BB962C8B-B14F-4D97-AF65-F5344CB8AC3E}">
        <p14:creationId xmlns:p14="http://schemas.microsoft.com/office/powerpoint/2010/main" val="17284343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CC3F3C-0807-4EA1-8B61-CFACB01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11890-17DE-4B73-9986-0389242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4F824-D854-4625-BBC8-21AA81CE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BEA96-5359-4EF7-A039-6CF098F7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5D7B-EB25-4F66-8C1C-D9EEFB5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C583E-4843-4F4B-92CE-C77A435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94EB5-F1EF-4E43-A4CA-7F9AB85E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Marketing = measured path hanggang paid deposit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83B2-A75A-4B2E-8B04-7CFEE94B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Gayahin ang proven channel mechanics; iba dapat ang promise. I-track bawat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D913B-0071-46D5-9193-F28FF96E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448B7-EFEB-450B-8C2E-8A93341A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86FC7-0604-4C51-B238-92EC6684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2BEC7-7976-49DC-A875-296B33DA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9587E-81E1-49B5-B523-47038B2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699D2-5F63-4178-8C41-5ADBAB7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42494-E574-466C-A3C4-3485F8B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CALCULATOR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C8ED4-6CE6-4592-BCB3-5526BC0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D7826-3EF3-42CE-B6F3-D21712B1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5FF71-FAA4-4CD9-82D2-6FB02F2E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BD0E5-A2AE-4CEE-836F-36CBECB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179BB-0AF1-424F-8B81-5603C21C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08538-5823-4F82-B10A-00C883C7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BFE33-2A87-4825-9066-81B5E819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0F254-0792-4EF5-A89E-E73FA419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REPLY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B66A2-B636-45CF-825D-64B4202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9389B-2B13-4C94-9219-270ABCF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8548B-A6C2-4BEB-8055-5150006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1464B-85E9-438E-9F9B-4E74A38B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SURVEY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D804C-354F-4828-953C-613B9D2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9193B-C2EF-4375-B547-ECEF5466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6FAD7-181F-46AA-B986-0EB55F2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B2D3A-D144-4C56-AED2-DBF22BDA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DEPOSIT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8C02A-58B8-407D-9357-CEB8605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2277F-5BAB-4707-AAB3-18B7B234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Magsimula kung saan visible ang trust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7C77BB-2FF2-4CC2-9D5C-FEAE34D3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three named subdivisions / barangays at exact Facebook groups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direct founder selling at Messenger follow-up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HOA / barangay demo events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photographed handovers at neighbor referrals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45AC31-A17B-4262-959B-E565F10B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BD78C4-4275-4673-9140-036E14C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Maliit at measurable na channel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AC77E-3EE5-4142-B7E7-E5B7A4B0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Max 3 sabay na tests · ≤₱12k · ≤3 weeks · may pre-registered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Walang ad spend hangga’t hindi gumagana ang lead delivery, UTM, at stage events. Huwag mag-scale hangga’t walang 2 real deposits sa real price.</a:t>
            </a:r>
          </a:p>
        </p:txBody>
      </p:sp>
    </p:spTree>
    <p:extLst>
      <p:ext uri="{BB962C8B-B14F-4D97-AF65-F5344CB8AC3E}">
        <p14:creationId xmlns:p14="http://schemas.microsoft.com/office/powerpoint/2010/main" val="10244933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18437-6F79-4E30-97D8-18DAB76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8C92E-2F75-4D4F-A82A-DCFCAEA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84BF5-2859-41AC-971E-7B2EC8A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PRODUCT–MARKET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4AC73-47D2-4453-9F59-A3956F1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88C5-A3ED-4CDA-895F-CC3A5623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B1719-C3D1-49FF-AFFA-A198DEEA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5F34-A169-4F35-9492-BBCFBF65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4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PMF = paulit-ulit na paid behavior na may healthy economics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5726D-7759-4613-AB49-2A8E3DA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Hindi pa natin claim na may PMF. Pattern ang hinahanap natin — hindi feeling.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9655F-5B89-4B42-9CB8-9775A75B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BBFE6-542E-40F0-8748-3B0F8E3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4816D-74C8-43A7-88B8-3B4F255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3DBBB-6FF1-4DE8-9BA8-6663C49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Makinig ang founders sa real homeowner stories, alamin ang totoong alternatives, at hanapin ang paulit-ulit na pain sa isang narrow segment.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B188B-189B-4371-AB91-0FE2252A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B36A2-06DB-4821-B402-8D4864D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STAGE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F99C6-1215-4F78-BF77-EA7132CF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3BFA-ECAA-484B-9D37-8019AF6C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Ang best-fit buyers ay nagbu-book ng survey at nagbabayad ng deposit sa real ₱99,500 test price. Kaya ring ma-hit ang target cost nang walang tagong scope o safety shortcut.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DD033-709E-4548-B832-3807CEFC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CC4EB-24FD-479E-837D-547A111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STAGE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23DD4-F7EC-4A59-BDA9-B80AFE9A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21BD7-7929-46BF-9E17-E4D76A6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Nauulit ang sales, installs, at referrals nang walang sobrang customization. Pareho ang value na sinasabi ng buyers at healthy ang channel economics.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31C62-82EF-4EB5-84AE-BE4FB299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3746F-FF69-4ADB-B36F-5C329F48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NOT PMF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C527A-D69B-4818-89E4-00EB0932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810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comments · compliments · cheap leads · isang custom sale · magandang deck o app</a:t>
            </a:r>
          </a:p>
        </p:txBody>
      </p:sp>
    </p:spTree>
    <p:extLst>
      <p:ext uri="{BB962C8B-B14F-4D97-AF65-F5344CB8AC3E}">
        <p14:creationId xmlns:p14="http://schemas.microsoft.com/office/powerpoint/2010/main" val="9983216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CE4CF-7EFD-48AE-9EFB-797E2560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590DE-F2EB-4A41-AF88-201DF29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7ABF1-2E7B-48A3-A2D6-3963C6D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CREATING CULTURE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A56D-7E9B-4426-BEAE-77514D35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37765-5AE6-45AC-997D-22AB4278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A17C-7B60-4BF3-BB1E-445126D9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45AF-8A34-4D2A-8607-ED7FC2F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Friendship gives trust; malinaw na rules ang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258E7-BD63-42B8-A73B-A7ED5B91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EAF5B-5D70-45A2-956A-C72FDC5D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CUSTOMER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A2B05-BD70-4155-920C-D1F16B3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Tanungin ang past behavior. Count commitments. Isulat ang interviews within 24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26C83-A205-49CD-A4D8-179EDAA1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48619-30BD-4EAF-A112-9F9567C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SAFETY + HONESTY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5BC32-2A37-4BA6-B332-1DF62FC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Walang fake proof, hidden scope, legal shortcuts, o backup claim para sa LIWANAG.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74C24-368C-4CE0-BD56-91E770C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97C54-9E88-401A-9EA9-5EA5A09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SPEED WITH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4B06F-7E5C-41B2-8A3A-15036E1F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I-launch agad ang reversible tests. Huminto sa safety, legal, cash, at evidence gates.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6CCDF-6EED-4F44-864D-F2F34242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8AD21-6F79-4B22-9D45-574DB58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OWNERSHIP WITHOUT EGO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7660C-9989-4EEA-987B-BEC3374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May named owner, public T5T, honest postmortems, at company-first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CA151-4AD1-4E42-806D-33F3E2F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9286D-6FEB-4DB9-B94C-0DC1D8A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WEEKLY CADENCE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2866B-16E3-4760-9626-58FDB88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923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≥1 customer action + ≥1 homeowner story · Friday T5T + traction/product hours · Analyze → Ask → Act sa isang metric</a:t>
            </a:r>
          </a:p>
        </p:txBody>
      </p:sp>
    </p:spTree>
    <p:extLst>
      <p:ext uri="{BB962C8B-B14F-4D97-AF65-F5344CB8AC3E}">
        <p14:creationId xmlns:p14="http://schemas.microsoft.com/office/powerpoint/2010/main" val="9397492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801C3-D1A3-4634-9CB8-807D93B6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613DE-0D31-4BAA-A375-4CE1040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AE850-9D1D-4AFF-9338-89F1781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FOUNDER ACTION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0221F-FB4D-493F-AC08-7C2498A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5CA1B-24A1-4763-B432-290CF81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81146-CAAB-4CC7-B9F3-A3A91AB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BE630-EB8B-46D8-9255-BE026264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8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 next 30 days, evidence ang dapat dumami — hindi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F1455-2B45-43E0-BB4C-8529E0CF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6060E-86A2-4F1A-9205-D5657D9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2437D-903A-4E70-BBCE-12ED276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ALIGN + INSTRUMENT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E3CB6-41B3-4395-80A8-1C08337B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Piliin ang launch area at owners. I-check ang lead delivery, UTM, at funnel events. Buksan ang operating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C5CBF-16CC-47FF-9A6C-9B196F0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3051-2606-4468-A6C7-40EB27FD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80E5C-E292-44CB-BE38-77043A5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C99A-9F3A-4060-ABF4-D35426B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DISCOVER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8617D-DF71-41F5-96DD-6E14A7F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Mag-record ng three past-specific homeowner stories. Palitan ang planning costs ng current supplier at installer quotes.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E123D-2A4B-4F24-AFC7-A1F1CD3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576DA-7BD5-46EA-B01D-9732CC2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FA3E4-B844-45C2-99F9-F3FB0194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05C01-1021-4561-8A4D-03E93B4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FIRE THE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AF2E0-51AF-46FF-B7BD-7558B2C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Mag-pre-register ng one channel test. I-offer ang LIWANAG sa real price sa real homeowners. Mag-book ng surveys.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3B3B4-D87D-42B7-A1DB-DE18C3E6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8BBFF-48BA-4F28-937F-08F9A639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18663-6F58-4C60-B848-26F89FD6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0418D-C225-4A1A-A346-CAC473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LEARN + 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9227C-EA36-4A35-B460-B937568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Tanungin ang lost leads kung bakit. I-report ang stage conversions at deposits. Isang variable lang ang baguhin.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AF07E-7D78-4D55-A0AE-16DBA74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E00EB2-7EA5-4B3A-A4A9-A9862BC5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TATLONG DECISIONS BAGO MATAPOS ANG MEETING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51756-5B6E-4B60-BEAB-1AEF245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1  Launch subdivision / group     2  Minimum gross margin     3  Owners: customer · offer/pricing · install/technical</a:t>
            </a:r>
          </a:p>
        </p:txBody>
      </p:sp>
    </p:spTree>
    <p:extLst>
      <p:ext uri="{BB962C8B-B14F-4D97-AF65-F5344CB8AC3E}">
        <p14:creationId xmlns:p14="http://schemas.microsoft.com/office/powerpoint/2010/main" val="4777828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3CF64-6E6D-46D7-AA86-6772B458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CFEDF-E2F7-4F0F-98C9-E9EDF46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ECC2E-C2E8-44A1-83AE-9968881A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6CA88-BBAD-4ED6-81CE-8437CC49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D"/>
          </a:solidFill>
          <a:ln xmlns:a="http://schemas.openxmlformats.org/drawingml/2006/main" w="0">
            <a:solidFill>
              <a:srgbClr val="31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BF0B-C1B9-4820-AB4C-3930688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B51AB-E25D-40FC-A228-20A8826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084B0-33BB-4CB2-B28D-570C025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MACC SYSTEMS &amp; ENGINEERING INC.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D8E35-E7BF-48D9-882A-73204705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429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founders. One test.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Iharap natin sa real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homeowners.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80D7F-3504-41E3-9258-836536BD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332F7-9259-4A17-A082-1991F40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695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rPr>
              <a:t>Ang next proof ay hindi bagong page. Ito ay booked survey, paid deposit, at safe install na may viable margin.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1CEDB-196A-41C5-A3B9-C97EB75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194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54B44-813B-457B-8DBE-64B2DDE2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7332A-F6A6-4518-86C2-1DE2901E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PAID INSTALLS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58492-EF82-4419-B8CC-54059DE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147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BY 9 OCT 2026</a:t>
            </a:r>
          </a:p>
        </p:txBody>
      </p:sp>
    </p:spTree>
    <p:extLst>
      <p:ext uri="{BB962C8B-B14F-4D97-AF65-F5344CB8AC3E}">
        <p14:creationId xmlns:p14="http://schemas.microsoft.com/office/powerpoint/2010/main" val="1449986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2026-07-16T12:21:32.8700000Z</dcterms:created>
  <dcterms:modified xsi:type="dcterms:W3CDTF">2026-07-16T12:21:32.8700000Z</dcterms:modified>
</coreProperties>
</file>